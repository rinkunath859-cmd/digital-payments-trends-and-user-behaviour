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Old Standard TT"/>
      <p:regular r:id="rId14"/>
      <p:bold r:id="rId15"/>
      <p: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ldStandardTT-bold.fntdata"/><Relationship Id="rId14" Type="http://schemas.openxmlformats.org/officeDocument/2006/relationships/font" Target="fonts/OldStandardTT-regular.fntdata"/><Relationship Id="rId16" Type="http://schemas.openxmlformats.org/officeDocument/2006/relationships/font" Target="fonts/OldStandardT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d59d37f99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d59d37f99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59d37f99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59d37f99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d59d37f9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d59d37f9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d59d37f99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d59d37f99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d59d37f99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d59d37f99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d59d37f99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d59d37f99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d59d37f99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d59d37f99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Digital Payment Trends &amp; User Behavior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Objective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Analyze growth trends in digital transactions over 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Understand user behavior and transaction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Identify regional variations in digital adoption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- Evaluate factors influencing transaction volume and engagement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819150" y="334375"/>
            <a:ext cx="7505700" cy="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 Overview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819150" y="1170475"/>
            <a:ext cx="7505700" cy="35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Multi-source dataset including: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State-level transactions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District-level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Device usage statistics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Demographic information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Key variables analyzed: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Transaction count &amp; amount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• Registered users &amp; app opens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• Population density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819150" y="293100"/>
            <a:ext cx="7505700" cy="6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Methodology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819150" y="860725"/>
            <a:ext cx="7505700" cy="396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 Data preprocessing and cleaning for consistency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Aggregation and grouping for trend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Exploratory Data Analysis (EDA) to identify patterns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 Correlation analysis to study influencing factors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- Visualization using line, bar, and pie charts 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281250" y="71275"/>
            <a:ext cx="8634000" cy="32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67"/>
              <a:t>Key Visual Insights 📊</a:t>
            </a:r>
            <a:endParaRPr sz="266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       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Trend shows increasing adoption                                                                              Distribution shows dominant usage types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                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                  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281250" y="3585350"/>
            <a:ext cx="8582100" cy="12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815"/>
              <a:t>- Transaction volume and value show a strong upward trend  </a:t>
            </a:r>
            <a:endParaRPr sz="48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815"/>
              <a:t>- Growth accelerates over time, indicating increasing user engagement  </a:t>
            </a:r>
            <a:endParaRPr sz="48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GB" sz="4815"/>
              <a:t>- Merchant and P2P transactions dominate everyday usage  </a:t>
            </a:r>
            <a:endParaRPr sz="4815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 title="transactions and amount tren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675" y="545375"/>
            <a:ext cx="4267000" cy="262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transactions type distribut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4225" y="591575"/>
            <a:ext cx="4333550" cy="262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04200" y="0"/>
            <a:ext cx="8873100" cy="50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Advanced Analysis 🔥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                                                 </a:t>
            </a:r>
            <a:r>
              <a:rPr lang="en-GB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78975" y="398775"/>
            <a:ext cx="4401900" cy="45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Population density shows a moderate positive relationship with transaction volume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High-density regions generate more transactions, but variation exists due to infrastructure and awareness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Device usage is concentrated among a few brands, indicating mass adoption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Increasing app opens reflect rising user engagement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8" title="density_vs_transaction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9050" y="464375"/>
            <a:ext cx="4276174" cy="2899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Insights &amp; Business Implications⭐ 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71600"/>
            <a:ext cx="8520600" cy="37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Digital transactions are growing rapidly, indicating strong adoption of digital payment systems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Merchant and peer-to-peer payments dominate, showing widespread use in daily transactions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Significant regional variations highlight differences in infrastructure and digital maturity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Population density influences transaction volume, but is not the sole driver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Increasing app usage reflects rising user engagement and dependency on digital platforms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highlight>
                  <a:schemeClr val="lt2"/>
                </a:highlight>
              </a:rPr>
              <a:t>Digital payment adoption is driven by a combination of population, infrastructure, and user awareness—not population alone</a:t>
            </a:r>
            <a:endParaRPr>
              <a:highlight>
                <a:schemeClr val="lt2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00225"/>
            <a:ext cx="8520600" cy="5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 &amp; Recommendations 🚀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105275" y="840100"/>
            <a:ext cx="8782800" cy="41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Conclusion: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Digital payment adoption is growing rapidly across regions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Transaction volume and user engagement have increased consistently over time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Regional differences highlight opportunities for targeted improvement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Recommendations: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Improve digital infrastructure in low-performing regions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Increase awareness and digital literacy among users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Promote merchant adoption to expand everyday usage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- Optimize applications for mid-range devices to reach a wider audience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